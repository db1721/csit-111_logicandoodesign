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112" autoAdjust="0"/>
  </p:normalViewPr>
  <p:slideViewPr>
    <p:cSldViewPr>
      <p:cViewPr varScale="1">
        <p:scale>
          <a:sx n="62" d="100"/>
          <a:sy n="62" d="100"/>
        </p:scale>
        <p:origin x="-129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508CA185-2BB7-4191-BAC3-20E906DDF16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C8C2E8-DB7A-4B32-BC37-1B727FD5476B}" type="slidenum">
              <a:rPr lang="en-US"/>
              <a:pPr/>
              <a:t>1</a:t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560C46-3B4C-45DB-BE24-BFC7E40FBA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4770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CSIT</a:t>
            </a:r>
            <a:r>
              <a:rPr lang="en-US" baseline="0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70E68-39C4-4A0B-ACCA-9A42987E82D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4770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CSIT</a:t>
            </a:r>
            <a:r>
              <a:rPr lang="en-US" baseline="0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402193-CFBC-4FC6-81D9-7923794845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6B8C9-B987-4F53-AE04-BD3491E7EB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4F2D2-5653-4A56-BA98-18B5F36BE7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F7F28-5A31-46D8-A06D-07BB76602F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7D9AF-28C3-45C8-9682-3FD6958A48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35190-885E-45A1-B1A9-E11632D3E5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B5E6F-0893-4ACB-9DF0-935FB9EC54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EC1449-2712-48FE-B616-1BF17642BF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4FBA4-6D43-4712-A4BE-2AC30D2DA7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EE01768-93A0-4EF4-8C8C-7439726D38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2475FA8-C572-4C46-ADBC-1421AA7F81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45C7A4E-A890-4F08-839E-6924F71CEAF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Blip>
          <a:blip r:embed="rId18"/>
        </a:buBlip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 smtClean="0"/>
              <a:t>Appendix A:</a:t>
            </a:r>
            <a:endParaRPr lang="en-US" sz="54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000" b="1" dirty="0" smtClean="0">
                <a:solidFill>
                  <a:srgbClr val="00B0F0"/>
                </a:solidFill>
                <a:latin typeface="+mj-lt"/>
              </a:rPr>
              <a:t>Using Alice </a:t>
            </a:r>
            <a:endParaRPr lang="en-US" sz="6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38200" y="5486400"/>
            <a:ext cx="63246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="1" dirty="0"/>
              <a:t>Alice is named in honor of </a:t>
            </a:r>
          </a:p>
          <a:p>
            <a:pPr eaLnBrk="1" hangingPunct="1"/>
            <a:r>
              <a:rPr lang="en-US" b="1" dirty="0"/>
              <a:t>       Lewis Carroll’s </a:t>
            </a:r>
            <a:r>
              <a:rPr lang="en-US" b="1" i="1" dirty="0"/>
              <a:t>Alice in Wonderland </a:t>
            </a:r>
          </a:p>
          <a:p>
            <a:pPr eaLnBrk="1" hangingPunct="1">
              <a:spcBef>
                <a:spcPct val="50000"/>
              </a:spcBef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Outline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 1: Running virtual worlds</a:t>
            </a:r>
          </a:p>
          <a:p>
            <a:pPr lvl="1"/>
            <a:r>
              <a:rPr lang="en-US" dirty="0" smtClean="0"/>
              <a:t>World 1: A first animation</a:t>
            </a:r>
          </a:p>
          <a:p>
            <a:pPr lvl="1"/>
            <a:r>
              <a:rPr lang="en-US" dirty="0" smtClean="0"/>
              <a:t>World 2</a:t>
            </a:r>
          </a:p>
          <a:p>
            <a:pPr lvl="1"/>
            <a:r>
              <a:rPr lang="en-US" dirty="0" smtClean="0"/>
              <a:t>World 3</a:t>
            </a:r>
          </a:p>
          <a:p>
            <a:r>
              <a:rPr lang="en-US" dirty="0" smtClean="0"/>
              <a:t>Part 2: Using popup menus</a:t>
            </a:r>
          </a:p>
          <a:p>
            <a:pPr lvl="1"/>
            <a:r>
              <a:rPr lang="en-US" dirty="0" smtClean="0"/>
              <a:t>Using methods with object subparts</a:t>
            </a:r>
          </a:p>
          <a:p>
            <a:pPr lvl="1"/>
            <a:r>
              <a:rPr lang="en-US" dirty="0" smtClean="0"/>
              <a:t>Get a good look at an object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Part 1: Running virtual worlds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Alice</a:t>
            </a:r>
          </a:p>
          <a:p>
            <a:r>
              <a:rPr lang="en-US" dirty="0" smtClean="0"/>
              <a:t>Alice may display a choice dialog box</a:t>
            </a:r>
          </a:p>
          <a:p>
            <a:endParaRPr lang="en-US" dirty="0"/>
          </a:p>
        </p:txBody>
      </p:sp>
      <p:pic>
        <p:nvPicPr>
          <p:cNvPr id="5" name="Picture 4" descr="Startup dialog bo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3200" y="2819400"/>
            <a:ext cx="3429000" cy="3705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Part 1: Running virtual worlds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Alice Interface appears</a:t>
            </a:r>
            <a:endParaRPr lang="en-US" dirty="0"/>
          </a:p>
        </p:txBody>
      </p:sp>
      <p:pic>
        <p:nvPicPr>
          <p:cNvPr id="5" name="Picture 4" descr="Alice Interfac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250" y="2209800"/>
            <a:ext cx="7067550" cy="4427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7600" y="3200400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Events Editor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86600" y="49530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Editor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19400" y="1143000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World View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" y="1066800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Object Tree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Details Panel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>
            <a:stCxn id="9" idx="2"/>
          </p:cNvCxnSpPr>
          <p:nvPr/>
        </p:nvCxnSpPr>
        <p:spPr bwMode="auto">
          <a:xfrm rot="16200000" flipH="1">
            <a:off x="113617" y="2475814"/>
            <a:ext cx="1563469" cy="3810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>
            <a:stCxn id="8" idx="2"/>
          </p:cNvCxnSpPr>
          <p:nvPr/>
        </p:nvCxnSpPr>
        <p:spPr bwMode="auto">
          <a:xfrm rot="16200000" flipH="1">
            <a:off x="2437716" y="2666315"/>
            <a:ext cx="1792069" cy="381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>
            <a:stCxn id="6" idx="1"/>
          </p:cNvCxnSpPr>
          <p:nvPr/>
        </p:nvCxnSpPr>
        <p:spPr bwMode="auto">
          <a:xfrm rot="10800000">
            <a:off x="6019800" y="3200400"/>
            <a:ext cx="1447800" cy="32316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>
            <a:stCxn id="7" idx="1"/>
          </p:cNvCxnSpPr>
          <p:nvPr/>
        </p:nvCxnSpPr>
        <p:spPr bwMode="auto">
          <a:xfrm rot="10800000" flipV="1">
            <a:off x="4419600" y="5137666"/>
            <a:ext cx="2667000" cy="42493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stCxn id="10" idx="2"/>
          </p:cNvCxnSpPr>
          <p:nvPr/>
        </p:nvCxnSpPr>
        <p:spPr bwMode="auto">
          <a:xfrm rot="16200000" flipH="1">
            <a:off x="685116" y="5028515"/>
            <a:ext cx="1106269" cy="5715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World 1: A first animation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Open </a:t>
            </a:r>
            <a:r>
              <a:rPr lang="en-US" dirty="0" err="1" smtClean="0"/>
              <a:t>AppendixA_FirstWorld</a:t>
            </a:r>
            <a:r>
              <a:rPr lang="en-US" dirty="0" smtClean="0"/>
              <a:t> </a:t>
            </a:r>
          </a:p>
          <a:p>
            <a:r>
              <a:rPr lang="en-US" dirty="0" smtClean="0"/>
              <a:t>Play the World:</a:t>
            </a:r>
          </a:p>
          <a:p>
            <a:pPr lvl="1"/>
            <a:r>
              <a:rPr lang="en-US" dirty="0" smtClean="0"/>
              <a:t>Speed</a:t>
            </a:r>
          </a:p>
          <a:p>
            <a:pPr lvl="1"/>
            <a:r>
              <a:rPr lang="en-US" dirty="0" smtClean="0"/>
              <a:t>Pause</a:t>
            </a:r>
          </a:p>
          <a:p>
            <a:pPr lvl="1"/>
            <a:r>
              <a:rPr lang="en-US" dirty="0" smtClean="0"/>
              <a:t>Resume</a:t>
            </a:r>
          </a:p>
          <a:p>
            <a:pPr lvl="1"/>
            <a:r>
              <a:rPr lang="en-US" dirty="0" smtClean="0"/>
              <a:t>Restart</a:t>
            </a:r>
          </a:p>
          <a:p>
            <a:pPr lvl="1"/>
            <a:r>
              <a:rPr lang="en-US" dirty="0" smtClean="0"/>
              <a:t>Stop</a:t>
            </a:r>
          </a:p>
          <a:p>
            <a:pPr lvl="1"/>
            <a:r>
              <a:rPr lang="en-US" dirty="0" smtClean="0"/>
              <a:t>Take a Picture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World 2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</a:t>
            </a:r>
            <a:r>
              <a:rPr lang="en-US" dirty="0" err="1" smtClean="0"/>
              <a:t>AppendixA_Dancing</a:t>
            </a:r>
            <a:r>
              <a:rPr lang="en-US" dirty="0" smtClean="0"/>
              <a:t> Bee</a:t>
            </a:r>
          </a:p>
          <a:p>
            <a:r>
              <a:rPr lang="en-US" dirty="0" smtClean="0"/>
              <a:t>Press the following keys in any other:</a:t>
            </a:r>
          </a:p>
          <a:p>
            <a:pPr lvl="1"/>
            <a:r>
              <a:rPr lang="en-US" dirty="0" smtClean="0"/>
              <a:t>Up arrow key</a:t>
            </a:r>
          </a:p>
          <a:p>
            <a:pPr lvl="1"/>
            <a:r>
              <a:rPr lang="en-US" dirty="0" smtClean="0"/>
              <a:t>Space bar</a:t>
            </a:r>
          </a:p>
          <a:p>
            <a:endParaRPr lang="en-US" dirty="0"/>
          </a:p>
          <a:p>
            <a:pPr lvl="2"/>
            <a:r>
              <a:rPr lang="en-US" dirty="0" smtClean="0"/>
              <a:t>This is an </a:t>
            </a:r>
            <a:r>
              <a:rPr lang="en-US" i="1" dirty="0" smtClean="0">
                <a:solidFill>
                  <a:srgbClr val="CC0000"/>
                </a:solidFill>
              </a:rPr>
              <a:t>interactive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C0000"/>
                </a:solidFill>
              </a:rPr>
              <a:t>event-driven</a:t>
            </a:r>
            <a:r>
              <a:rPr lang="en-US" dirty="0" smtClean="0"/>
              <a:t> animation</a:t>
            </a:r>
          </a:p>
          <a:p>
            <a:pPr lvl="2"/>
            <a:r>
              <a:rPr lang="en-US" dirty="0" smtClean="0"/>
              <a:t>Pressing the up arrow key creates an </a:t>
            </a:r>
            <a:r>
              <a:rPr lang="en-US" dirty="0" smtClean="0">
                <a:solidFill>
                  <a:srgbClr val="CC0000"/>
                </a:solidFill>
              </a:rPr>
              <a:t>event</a:t>
            </a:r>
          </a:p>
          <a:p>
            <a:pPr lvl="2"/>
            <a:r>
              <a:rPr lang="en-US" dirty="0" smtClean="0"/>
              <a:t>Alice </a:t>
            </a:r>
            <a:r>
              <a:rPr lang="en-US" dirty="0" smtClean="0">
                <a:solidFill>
                  <a:srgbClr val="CC0000"/>
                </a:solidFill>
              </a:rPr>
              <a:t>responds</a:t>
            </a:r>
            <a:r>
              <a:rPr lang="en-US" dirty="0" smtClean="0"/>
              <a:t> to that event by making the hare jump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World 3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</a:t>
            </a:r>
            <a:r>
              <a:rPr lang="en-US" b="1" dirty="0" smtClean="0"/>
              <a:t>New World</a:t>
            </a:r>
            <a:r>
              <a:rPr lang="en-US" b="1" i="1" dirty="0" smtClean="0"/>
              <a:t> </a:t>
            </a:r>
            <a:r>
              <a:rPr lang="en-US" dirty="0" smtClean="0"/>
              <a:t>selecting the </a:t>
            </a:r>
            <a:r>
              <a:rPr lang="en-US" i="1" dirty="0" smtClean="0">
                <a:solidFill>
                  <a:srgbClr val="FF0000"/>
                </a:solidFill>
              </a:rPr>
              <a:t>snow</a:t>
            </a:r>
            <a:r>
              <a:rPr lang="en-US" dirty="0" smtClean="0"/>
              <a:t> template for an initial scene</a:t>
            </a:r>
          </a:p>
          <a:p>
            <a:r>
              <a:rPr lang="en-US" b="1" dirty="0" smtClean="0"/>
              <a:t>Save World As </a:t>
            </a:r>
            <a:r>
              <a:rPr lang="en-US" i="1" dirty="0" err="1" smtClean="0">
                <a:solidFill>
                  <a:srgbClr val="FF0000"/>
                </a:solidFill>
              </a:rPr>
              <a:t>SnowmanExercise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Add Objects</a:t>
            </a:r>
          </a:p>
          <a:p>
            <a:pPr lvl="1"/>
            <a:r>
              <a:rPr lang="en-US" dirty="0" smtClean="0"/>
              <a:t>Alice opens the Scene Editor:</a:t>
            </a:r>
          </a:p>
          <a:p>
            <a:pPr lvl="2"/>
            <a:r>
              <a:rPr lang="en-US" dirty="0" smtClean="0"/>
              <a:t>Local Gallery</a:t>
            </a:r>
          </a:p>
          <a:p>
            <a:pPr lvl="2"/>
            <a:r>
              <a:rPr lang="en-US" dirty="0" smtClean="0"/>
              <a:t>DVD Gallery</a:t>
            </a:r>
          </a:p>
          <a:p>
            <a:pPr lvl="2"/>
            <a:r>
              <a:rPr lang="en-US" dirty="0" smtClean="0"/>
              <a:t>Web Gallery</a:t>
            </a:r>
          </a:p>
          <a:p>
            <a:pPr lvl="1"/>
            <a:r>
              <a:rPr lang="en-US" dirty="0" smtClean="0"/>
              <a:t>Select </a:t>
            </a:r>
            <a:r>
              <a:rPr lang="en-US" i="1" dirty="0" smtClean="0">
                <a:solidFill>
                  <a:srgbClr val="FF0000"/>
                </a:solidFill>
              </a:rPr>
              <a:t>Local Gallery/People/Snowman</a:t>
            </a: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World 3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Drag the snowman around the scene with the mouse (</a:t>
            </a:r>
            <a:r>
              <a:rPr lang="en-US" b="1" dirty="0" smtClean="0"/>
              <a:t>Undo</a:t>
            </a:r>
            <a:r>
              <a:rPr lang="en-US" dirty="0" smtClean="0"/>
              <a:t> button)</a:t>
            </a:r>
          </a:p>
          <a:p>
            <a:r>
              <a:rPr lang="en-US" dirty="0" smtClean="0"/>
              <a:t>Check the </a:t>
            </a:r>
            <a:r>
              <a:rPr lang="en-US" b="1" dirty="0" smtClean="0"/>
              <a:t>Mouse Controls buttons</a:t>
            </a:r>
          </a:p>
          <a:p>
            <a:r>
              <a:rPr lang="en-US" b="1" dirty="0" smtClean="0"/>
              <a:t>Affect Subparts </a:t>
            </a:r>
            <a:r>
              <a:rPr lang="en-US" dirty="0" smtClean="0"/>
              <a:t>Checkbox</a:t>
            </a:r>
          </a:p>
          <a:p>
            <a:r>
              <a:rPr lang="en-US" dirty="0" smtClean="0"/>
              <a:t>Add a </a:t>
            </a:r>
            <a:r>
              <a:rPr lang="en-US" i="1" dirty="0" smtClean="0">
                <a:solidFill>
                  <a:srgbClr val="FF0000"/>
                </a:solidFill>
              </a:rPr>
              <a:t>snowwoman</a:t>
            </a:r>
            <a:r>
              <a:rPr lang="en-US" dirty="0" smtClean="0"/>
              <a:t> object to the world</a:t>
            </a:r>
          </a:p>
          <a:p>
            <a:r>
              <a:rPr lang="en-US" dirty="0" smtClean="0"/>
              <a:t>Select </a:t>
            </a:r>
            <a:r>
              <a:rPr lang="en-US" b="1" dirty="0" smtClean="0"/>
              <a:t>quad view</a:t>
            </a:r>
          </a:p>
          <a:p>
            <a:pPr lvl="1"/>
            <a:r>
              <a:rPr lang="en-US" dirty="0" smtClean="0"/>
              <a:t>Arrange the objects facing one another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World 3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7239000" cy="5105400"/>
          </a:xfrm>
        </p:spPr>
        <p:txBody>
          <a:bodyPr/>
          <a:lstStyle/>
          <a:p>
            <a:r>
              <a:rPr lang="en-US" sz="2800" dirty="0" smtClean="0"/>
              <a:t>Object movement</a:t>
            </a:r>
          </a:p>
          <a:p>
            <a:pPr lvl="1"/>
            <a:r>
              <a:rPr lang="en-US" sz="2400" b="1" dirty="0" smtClean="0"/>
              <a:t>Ctrl + Mouse</a:t>
            </a:r>
            <a:r>
              <a:rPr lang="en-US" sz="2400" dirty="0" smtClean="0"/>
              <a:t>: turn an object around in a spinning motion</a:t>
            </a:r>
          </a:p>
          <a:p>
            <a:pPr lvl="1"/>
            <a:r>
              <a:rPr lang="en-US" sz="2400" b="1" dirty="0" smtClean="0"/>
              <a:t>Shift + Mouse</a:t>
            </a:r>
            <a:r>
              <a:rPr lang="en-US" sz="2400" dirty="0" smtClean="0"/>
              <a:t>: move an object up and down</a:t>
            </a:r>
          </a:p>
          <a:p>
            <a:r>
              <a:rPr lang="en-US" sz="2800" dirty="0" smtClean="0"/>
              <a:t>Click and drag on the Camera controls</a:t>
            </a:r>
          </a:p>
          <a:p>
            <a:r>
              <a:rPr lang="en-US" sz="2800" dirty="0" smtClean="0"/>
              <a:t>Setting up a Scene</a:t>
            </a:r>
          </a:p>
          <a:p>
            <a:pPr lvl="1"/>
            <a:r>
              <a:rPr lang="en-US" sz="2400" dirty="0" smtClean="0"/>
              <a:t>Add all objects to the scene upon creating the world</a:t>
            </a:r>
          </a:p>
          <a:p>
            <a:pPr lvl="1"/>
            <a:r>
              <a:rPr lang="en-US" sz="2400" dirty="0" smtClean="0"/>
              <a:t>Use mouse and camera controls to arrange objects in the scene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Part 2: Using popup menus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Alice provides built-in instructions (</a:t>
            </a:r>
            <a:r>
              <a:rPr lang="en-US" i="1" dirty="0" smtClean="0">
                <a:solidFill>
                  <a:srgbClr val="FF0000"/>
                </a:solidFill>
              </a:rPr>
              <a:t>methods</a:t>
            </a:r>
            <a:r>
              <a:rPr lang="en-US" dirty="0" smtClean="0"/>
              <a:t>) that can be used to adjust the size and position of objects in a scene</a:t>
            </a:r>
          </a:p>
          <a:p>
            <a:r>
              <a:rPr lang="en-US" b="1" dirty="0" smtClean="0"/>
              <a:t>Start</a:t>
            </a:r>
            <a:r>
              <a:rPr lang="en-US" dirty="0" smtClean="0"/>
              <a:t> a </a:t>
            </a:r>
            <a:r>
              <a:rPr lang="en-US" i="1" dirty="0" smtClean="0">
                <a:solidFill>
                  <a:srgbClr val="FF0000"/>
                </a:solidFill>
              </a:rPr>
              <a:t>New World</a:t>
            </a:r>
          </a:p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FF0000"/>
                </a:solidFill>
              </a:rPr>
              <a:t>Grass</a:t>
            </a:r>
            <a:r>
              <a:rPr lang="en-US" dirty="0" smtClean="0"/>
              <a:t> template world</a:t>
            </a:r>
          </a:p>
          <a:p>
            <a:r>
              <a:rPr lang="en-US" b="1" dirty="0" smtClean="0"/>
              <a:t>Add</a:t>
            </a:r>
            <a:r>
              <a:rPr lang="en-US" dirty="0" smtClean="0"/>
              <a:t> a </a:t>
            </a:r>
            <a:r>
              <a:rPr lang="en-US" i="1" dirty="0" err="1" smtClean="0">
                <a:solidFill>
                  <a:srgbClr val="FF0000"/>
                </a:solidFill>
              </a:rPr>
              <a:t>happyTree</a:t>
            </a:r>
            <a:r>
              <a:rPr lang="en-US" dirty="0" smtClean="0"/>
              <a:t> and a </a:t>
            </a:r>
            <a:r>
              <a:rPr lang="en-US" i="1" dirty="0" smtClean="0">
                <a:solidFill>
                  <a:srgbClr val="FF0000"/>
                </a:solidFill>
              </a:rPr>
              <a:t>frog</a:t>
            </a: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Part 2: Using popup menus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Object Tree</a:t>
            </a:r>
          </a:p>
          <a:p>
            <a:pPr lvl="1"/>
            <a:r>
              <a:rPr lang="en-US" dirty="0" smtClean="0"/>
              <a:t>Right-click on frog</a:t>
            </a:r>
          </a:p>
          <a:p>
            <a:pPr lvl="2"/>
            <a:r>
              <a:rPr lang="en-US" dirty="0" smtClean="0"/>
              <a:t>Methods</a:t>
            </a:r>
          </a:p>
          <a:p>
            <a:pPr lvl="3"/>
            <a:r>
              <a:rPr lang="en-US" dirty="0" smtClean="0"/>
              <a:t>Frog resize</a:t>
            </a:r>
          </a:p>
          <a:p>
            <a:pPr lvl="4"/>
            <a:r>
              <a:rPr lang="en-US" dirty="0" smtClean="0"/>
              <a:t>2 (twice as big)</a:t>
            </a:r>
          </a:p>
          <a:p>
            <a:pPr lvl="3"/>
            <a:r>
              <a:rPr lang="en-US" dirty="0" smtClean="0"/>
              <a:t>Turn</a:t>
            </a:r>
          </a:p>
          <a:p>
            <a:pPr lvl="4"/>
            <a:r>
              <a:rPr lang="en-US" dirty="0" smtClean="0"/>
              <a:t>Left</a:t>
            </a:r>
          </a:p>
          <a:p>
            <a:pPr lvl="5"/>
            <a:r>
              <a:rPr lang="en-US" dirty="0" smtClean="0"/>
              <a:t>¼ Revolution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Part 2: Using popup menus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Object Tree</a:t>
            </a:r>
          </a:p>
          <a:p>
            <a:pPr lvl="1"/>
            <a:r>
              <a:rPr lang="en-US" dirty="0" smtClean="0"/>
              <a:t>Right-click on </a:t>
            </a:r>
            <a:r>
              <a:rPr lang="en-US" dirty="0" err="1" smtClean="0"/>
              <a:t>happyTree</a:t>
            </a:r>
            <a:endParaRPr lang="en-US" dirty="0" smtClean="0"/>
          </a:p>
          <a:p>
            <a:pPr lvl="2"/>
            <a:r>
              <a:rPr lang="en-US" dirty="0" smtClean="0"/>
              <a:t>Methods</a:t>
            </a:r>
          </a:p>
          <a:p>
            <a:pPr lvl="3"/>
            <a:r>
              <a:rPr lang="en-US" dirty="0" smtClean="0"/>
              <a:t>Roll</a:t>
            </a:r>
          </a:p>
          <a:p>
            <a:pPr lvl="4"/>
            <a:r>
              <a:rPr lang="en-US" dirty="0" smtClean="0"/>
              <a:t>Left</a:t>
            </a:r>
          </a:p>
          <a:p>
            <a:pPr lvl="5"/>
            <a:r>
              <a:rPr lang="en-US" dirty="0" smtClean="0"/>
              <a:t>¼ Revolution</a:t>
            </a:r>
          </a:p>
          <a:p>
            <a:pPr lvl="3"/>
            <a:r>
              <a:rPr lang="en-US" dirty="0" smtClean="0"/>
              <a:t>Stand up</a:t>
            </a:r>
          </a:p>
          <a:p>
            <a:pPr lvl="1"/>
            <a:r>
              <a:rPr lang="en-US" dirty="0" smtClean="0"/>
              <a:t>Right-click on frog</a:t>
            </a:r>
          </a:p>
          <a:p>
            <a:pPr lvl="2"/>
            <a:r>
              <a:rPr lang="en-US" dirty="0" smtClean="0"/>
              <a:t>Methods</a:t>
            </a:r>
          </a:p>
          <a:p>
            <a:pPr lvl="3"/>
            <a:r>
              <a:rPr lang="en-US" dirty="0" smtClean="0"/>
              <a:t>Turn to face</a:t>
            </a:r>
          </a:p>
          <a:p>
            <a:pPr lvl="4"/>
            <a:r>
              <a:rPr lang="en-US" dirty="0" err="1" smtClean="0"/>
              <a:t>happyTree</a:t>
            </a: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Using methods with object subparts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Subparts can be manipulated with a method, by clicking on the subpart in the Object Tree and then right-clicking the subpart to get the popup menu</a:t>
            </a:r>
          </a:p>
          <a:p>
            <a:r>
              <a:rPr lang="en-US" dirty="0" smtClean="0"/>
              <a:t>Click the + before </a:t>
            </a:r>
            <a:r>
              <a:rPr lang="en-US" i="1" dirty="0" smtClean="0">
                <a:solidFill>
                  <a:srgbClr val="FF0000"/>
                </a:solidFill>
              </a:rPr>
              <a:t>frog</a:t>
            </a:r>
          </a:p>
          <a:p>
            <a:pPr lvl="1"/>
            <a:r>
              <a:rPr lang="en-US" dirty="0" smtClean="0"/>
              <a:t>Click the + before </a:t>
            </a:r>
            <a:r>
              <a:rPr lang="en-US" i="1" dirty="0" smtClean="0">
                <a:solidFill>
                  <a:srgbClr val="FF0000"/>
                </a:solidFill>
              </a:rPr>
              <a:t>head</a:t>
            </a:r>
          </a:p>
          <a:p>
            <a:pPr lvl="2"/>
            <a:r>
              <a:rPr lang="en-US" dirty="0" smtClean="0"/>
              <a:t>Click the + before </a:t>
            </a:r>
            <a:r>
              <a:rPr lang="en-US" i="1" dirty="0" smtClean="0">
                <a:solidFill>
                  <a:srgbClr val="FF0000"/>
                </a:solidFill>
              </a:rPr>
              <a:t>jaw</a:t>
            </a:r>
          </a:p>
          <a:p>
            <a:pPr lvl="3"/>
            <a:r>
              <a:rPr lang="en-US" dirty="0" smtClean="0"/>
              <a:t>Right-click on </a:t>
            </a:r>
            <a:r>
              <a:rPr lang="en-US" i="1" dirty="0" smtClean="0">
                <a:solidFill>
                  <a:srgbClr val="FF0000"/>
                </a:solidFill>
              </a:rPr>
              <a:t>tongue</a:t>
            </a:r>
          </a:p>
          <a:p>
            <a:r>
              <a:rPr lang="en-US" dirty="0" smtClean="0"/>
              <a:t>tongue/methods/move/forward/other/.1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a good look at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Right-click the Object</a:t>
            </a:r>
          </a:p>
          <a:p>
            <a:r>
              <a:rPr lang="en-US" b="1" dirty="0" smtClean="0"/>
              <a:t>Camera get a good look at this</a:t>
            </a:r>
          </a:p>
          <a:p>
            <a:endParaRPr lang="en-US" dirty="0"/>
          </a:p>
          <a:p>
            <a:r>
              <a:rPr lang="en-US" dirty="0" smtClean="0"/>
              <a:t>If another object is between the camera and the object, and blocks the camera view, use Undo and move the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camera or the object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AliceTemplate">
  <a:themeElements>
    <a:clrScheme name="2_Alic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Alice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Alic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</TotalTime>
  <Words>471</Words>
  <Application>Microsoft Office PowerPoint</Application>
  <PresentationFormat>On-screen Show (4:3)</PresentationFormat>
  <Paragraphs>104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2_AliceTemplate</vt:lpstr>
      <vt:lpstr>Appendix A:</vt:lpstr>
      <vt:lpstr>Outline</vt:lpstr>
      <vt:lpstr>Part 1: Running virtual worlds</vt:lpstr>
      <vt:lpstr>Part 1: Running virtual worlds</vt:lpstr>
      <vt:lpstr>World 1: A first animation</vt:lpstr>
      <vt:lpstr>World 2</vt:lpstr>
      <vt:lpstr>World 3</vt:lpstr>
      <vt:lpstr>World 3</vt:lpstr>
      <vt:lpstr>World 3</vt:lpstr>
      <vt:lpstr>Part 2: Using popup menus</vt:lpstr>
      <vt:lpstr>Part 2: Using popup menus</vt:lpstr>
      <vt:lpstr>Part 2: Using popup menus</vt:lpstr>
      <vt:lpstr>Using methods with object subparts</vt:lpstr>
      <vt:lpstr>Get a good look at an object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Alice</dc:title>
  <dc:creator>Wanda P. Dann</dc:creator>
  <cp:lastModifiedBy>Fernando</cp:lastModifiedBy>
  <cp:revision>54</cp:revision>
  <dcterms:created xsi:type="dcterms:W3CDTF">2000-10-25T03:56:04Z</dcterms:created>
  <dcterms:modified xsi:type="dcterms:W3CDTF">2011-08-30T00:14:43Z</dcterms:modified>
</cp:coreProperties>
</file>