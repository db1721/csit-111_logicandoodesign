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8" r:id="rId1"/>
  </p:sldMasterIdLst>
  <p:notesMasterIdLst>
    <p:notesMasterId r:id="rId13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112" autoAdjust="0"/>
  </p:normalViewPr>
  <p:slideViewPr>
    <p:cSldViewPr>
      <p:cViewPr varScale="1">
        <p:scale>
          <a:sx n="91" d="100"/>
          <a:sy n="91" d="100"/>
        </p:scale>
        <p:origin x="-56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508CA185-2BB7-4191-BAC3-20E906DDF1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8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C8C2E8-DB7A-4B32-BC37-1B727FD5476B}" type="slidenum">
              <a:rPr lang="en-US"/>
              <a:pPr/>
              <a:t>1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248400"/>
            <a:ext cx="2895600" cy="47625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dirty="0" smtClean="0"/>
              <a:t>Dr. Paniagua        </a:t>
            </a:r>
            <a:r>
              <a:rPr lang="en-US" dirty="0" err="1" smtClean="0"/>
              <a:t>CSIT</a:t>
            </a:r>
            <a:r>
              <a:rPr lang="en-US" dirty="0" smtClean="0"/>
              <a:t> 111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560C46-3B4C-45DB-BE24-BFC7E40FBA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477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CSIT</a:t>
            </a:r>
            <a:r>
              <a:rPr lang="en-US" baseline="0" dirty="0" smtClean="0"/>
              <a:t> 111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70E68-39C4-4A0B-ACCA-9A42987E82D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4770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Dr. Paniagua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CSIT</a:t>
            </a:r>
            <a:r>
              <a:rPr lang="en-US" baseline="0" dirty="0" smtClean="0"/>
              <a:t> 111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02193-CFBC-4FC6-81D9-7923794845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6B8C9-B987-4F53-AE04-BD3491E7E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4F2D2-5653-4A56-BA98-18B5F36BE7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F7F28-5A31-46D8-A06D-07BB76602F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7D9AF-28C3-45C8-9682-3FD6958A48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35190-885E-45A1-B1A9-E11632D3E5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B5E6F-0893-4ACB-9DF0-935FB9EC5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EC1449-2712-48FE-B616-1BF17642BF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4FBA4-6D43-4712-A4BE-2AC30D2DA7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E01768-93A0-4EF4-8C8C-7439726D38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2475FA8-C572-4C46-ADBC-1421AA7F81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r>
              <a:rPr lang="en-US" smtClean="0"/>
              <a:t>Dr. Paniagua- CSIT 111</a:t>
            </a:r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r>
              <a:rPr lang="en-US" smtClean="0"/>
              <a:t>Dr. Paniagua        CSIT 111</a:t>
            </a:r>
            <a:endParaRPr lang="en-US"/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45C7A4E-A890-4F08-839E-6924F71CEA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18"/>
        </a:buBlip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 smtClean="0"/>
              <a:t>Appendix B:</a:t>
            </a:r>
            <a:endParaRPr lang="en-US" sz="54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r>
              <a:rPr lang="en-US" sz="6000" b="1" dirty="0" smtClean="0">
                <a:solidFill>
                  <a:srgbClr val="00B0F0"/>
                </a:solidFill>
                <a:latin typeface="+mj-lt"/>
              </a:rPr>
              <a:t>Managing the Alice interface</a:t>
            </a:r>
            <a:endParaRPr lang="en-US" sz="6000" b="1" dirty="0">
              <a:solidFill>
                <a:srgbClr val="00B0F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Outline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r>
              <a:rPr lang="en-US" dirty="0" smtClean="0"/>
              <a:t>Searching the gallery</a:t>
            </a:r>
          </a:p>
          <a:p>
            <a:r>
              <a:rPr lang="en-US" dirty="0" smtClean="0"/>
              <a:t>Copy and paste: clipboards</a:t>
            </a:r>
          </a:p>
          <a:p>
            <a:r>
              <a:rPr lang="en-US" dirty="0" smtClean="0"/>
              <a:t>Deleting code</a:t>
            </a:r>
          </a:p>
          <a:p>
            <a:r>
              <a:rPr lang="en-US" dirty="0" smtClean="0"/>
              <a:t>Printing: Exporting program code to an HTML file</a:t>
            </a:r>
          </a:p>
          <a:p>
            <a:r>
              <a:rPr lang="en-US" dirty="0" smtClean="0"/>
              <a:t>Web display: Exporting a world</a:t>
            </a:r>
          </a:p>
          <a:p>
            <a:r>
              <a:rPr lang="en-US" dirty="0" smtClean="0"/>
              <a:t>Export a video</a:t>
            </a:r>
          </a:p>
          <a:p>
            <a:r>
              <a:rPr lang="en-US" dirty="0" smtClean="0"/>
              <a:t>Uploading a video to the Internet</a:t>
            </a:r>
          </a:p>
          <a:p>
            <a:r>
              <a:rPr lang="en-US" dirty="0" smtClean="0"/>
              <a:t>Troubleshooting Sound Files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Searching the gallery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search the gallery for a particular kind of object</a:t>
            </a:r>
          </a:p>
        </p:txBody>
      </p:sp>
      <p:pic>
        <p:nvPicPr>
          <p:cNvPr id="4" name="Picture 3" descr="Searching galler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2667000"/>
            <a:ext cx="6162675" cy="386077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 bwMode="auto">
          <a:xfrm>
            <a:off x="6172200" y="4495800"/>
            <a:ext cx="914400" cy="3810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opy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1447800"/>
            <a:ext cx="6522938" cy="452596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Copy to clipboards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3352800" y="2057400"/>
            <a:ext cx="3962400" cy="3048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Paste from Clipboard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Content Placeholder 3" descr="Past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1600200"/>
            <a:ext cx="5697864" cy="4525963"/>
          </a:xfrm>
        </p:spPr>
      </p:pic>
      <p:cxnSp>
        <p:nvCxnSpPr>
          <p:cNvPr id="6" name="Straight Arrow Connector 5"/>
          <p:cNvCxnSpPr/>
          <p:nvPr/>
        </p:nvCxnSpPr>
        <p:spPr bwMode="auto">
          <a:xfrm rot="10800000" flipV="1">
            <a:off x="3886200" y="2133600"/>
            <a:ext cx="3352800" cy="3276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Deleting code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Content Placeholder 3" descr="Past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00200" y="1676400"/>
            <a:ext cx="5697864" cy="4525963"/>
          </a:xfrm>
        </p:spPr>
      </p:pic>
      <p:cxnSp>
        <p:nvCxnSpPr>
          <p:cNvPr id="6" name="Straight Arrow Connector 5"/>
          <p:cNvCxnSpPr/>
          <p:nvPr/>
        </p:nvCxnSpPr>
        <p:spPr bwMode="auto">
          <a:xfrm rot="5400000" flipH="1" flipV="1">
            <a:off x="2057400" y="3810000"/>
            <a:ext cx="3276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Printing: Exporting program code to an HTML file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</a:t>
            </a:r>
          </a:p>
          <a:p>
            <a:pPr lvl="1"/>
            <a:r>
              <a:rPr lang="en-US" dirty="0" smtClean="0"/>
              <a:t>Export Code For Printing…</a:t>
            </a:r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In the dialog box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S</a:t>
            </a:r>
            <a:r>
              <a:rPr lang="en-US" dirty="0" smtClean="0"/>
              <a:t>elect the name of the method (or methods) to be printed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Browse for the folder where the document is to be stored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Type your name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Web display: Exporting a world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</a:t>
            </a:r>
          </a:p>
          <a:p>
            <a:pPr lvl="1"/>
            <a:r>
              <a:rPr lang="en-US" dirty="0" smtClean="0"/>
              <a:t>Export As a Web Page…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dirty="0" smtClean="0"/>
              <a:t>In the dialog box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Type the title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Type the author’s name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Type the Size in the Browser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Specify the Save Location (not a URL)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Export a video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</a:t>
            </a:r>
          </a:p>
          <a:p>
            <a:pPr lvl="1"/>
            <a:r>
              <a:rPr lang="en-US" dirty="0" smtClean="0"/>
              <a:t>Export Video…</a:t>
            </a:r>
          </a:p>
          <a:p>
            <a:pPr>
              <a:buNone/>
            </a:pPr>
            <a:r>
              <a:rPr lang="en-US" dirty="0" smtClean="0"/>
              <a:t>The video is in QuickTime format</a:t>
            </a:r>
            <a:endParaRPr lang="en-US" dirty="0"/>
          </a:p>
        </p:txBody>
      </p:sp>
      <p:pic>
        <p:nvPicPr>
          <p:cNvPr id="4" name="Picture 3" descr="vide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0" y="3276600"/>
            <a:ext cx="3379839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Uploading a video to the Internet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upload a video to a video online site</a:t>
            </a:r>
          </a:p>
          <a:p>
            <a:r>
              <a:rPr lang="en-US" dirty="0" smtClean="0"/>
              <a:t>YouTube (Broadcast Yourself)</a:t>
            </a:r>
          </a:p>
          <a:p>
            <a:pPr lvl="1"/>
            <a:r>
              <a:rPr lang="en-US" dirty="0" smtClean="0"/>
              <a:t>Go to YouTube Home Page</a:t>
            </a:r>
          </a:p>
          <a:p>
            <a:pPr lvl="1"/>
            <a:r>
              <a:rPr lang="en-US" dirty="0" smtClean="0"/>
              <a:t>Click Upload button (or link)</a:t>
            </a:r>
          </a:p>
          <a:p>
            <a:pPr lvl="1"/>
            <a:r>
              <a:rPr lang="en-US" dirty="0" smtClean="0"/>
              <a:t>Login or create an account</a:t>
            </a:r>
          </a:p>
          <a:p>
            <a:pPr lvl="1"/>
            <a:r>
              <a:rPr lang="en-US" dirty="0" smtClean="0"/>
              <a:t>Complete the form for uploading</a:t>
            </a:r>
          </a:p>
          <a:p>
            <a:pPr lvl="1"/>
            <a:r>
              <a:rPr lang="en-US" dirty="0" smtClean="0"/>
              <a:t>The file is converted to a Flash format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Troubleshooting Sound Files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opening a saved world causes a “</a:t>
            </a:r>
            <a:r>
              <a:rPr lang="en-US" dirty="0" err="1" smtClean="0">
                <a:solidFill>
                  <a:srgbClr val="FFC000"/>
                </a:solidFill>
              </a:rPr>
              <a:t>media.PlaybackEngine</a:t>
            </a:r>
            <a:r>
              <a:rPr lang="en-US" dirty="0" smtClean="0"/>
              <a:t>” error, one of your sound files is not being loaded</a:t>
            </a:r>
          </a:p>
          <a:p>
            <a:pPr lvl="1"/>
            <a:r>
              <a:rPr lang="en-US" dirty="0" smtClean="0"/>
              <a:t>Check the list of imported sounds in the detail panel to identify the sound file</a:t>
            </a:r>
          </a:p>
          <a:p>
            <a:pPr lvl="1"/>
            <a:r>
              <a:rPr lang="en-US" dirty="0" smtClean="0"/>
              <a:t>Open the original sound file in a different sound editor than the one used to create it</a:t>
            </a:r>
          </a:p>
          <a:p>
            <a:pPr lvl="1"/>
            <a:r>
              <a:rPr lang="en-US" dirty="0" smtClean="0"/>
              <a:t>Export the sound as a WAV file to reformat</a:t>
            </a:r>
          </a:p>
          <a:p>
            <a:pPr lvl="1"/>
            <a:r>
              <a:rPr lang="en-US" dirty="0" smtClean="0"/>
              <a:t>Import the new formatted file into Alice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AliceTemplate">
  <a:themeElements>
    <a:clrScheme name="2_Alic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Alice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Alic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lice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lice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</TotalTime>
  <Words>289</Words>
  <Application>Microsoft Office PowerPoint</Application>
  <PresentationFormat>On-screen Show (4:3)</PresentationFormat>
  <Paragraphs>52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2_AliceTemplate</vt:lpstr>
      <vt:lpstr>Appendix B:</vt:lpstr>
      <vt:lpstr>Outline</vt:lpstr>
      <vt:lpstr>Searching the gallery</vt:lpstr>
      <vt:lpstr>Copy to clipboards</vt:lpstr>
      <vt:lpstr>Paste from Clipboard</vt:lpstr>
      <vt:lpstr>Deleting code</vt:lpstr>
      <vt:lpstr>Printing: Exporting program code to an HTML file</vt:lpstr>
      <vt:lpstr>Web display: Exporting a world</vt:lpstr>
      <vt:lpstr>Export a video</vt:lpstr>
      <vt:lpstr>Uploading a video to the Internet</vt:lpstr>
      <vt:lpstr>Troubleshooting Sound Files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Alice</dc:title>
  <dc:creator>Wanda P. Dann</dc:creator>
  <cp:lastModifiedBy>Administrator</cp:lastModifiedBy>
  <cp:revision>64</cp:revision>
  <dcterms:created xsi:type="dcterms:W3CDTF">2000-10-25T03:56:04Z</dcterms:created>
  <dcterms:modified xsi:type="dcterms:W3CDTF">2011-09-01T13:29:12Z</dcterms:modified>
</cp:coreProperties>
</file>